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1" autoAdjust="0"/>
    <p:restoredTop sz="94660"/>
  </p:normalViewPr>
  <p:slideViewPr>
    <p:cSldViewPr snapToGrid="0">
      <p:cViewPr varScale="1">
        <p:scale>
          <a:sx n="78" d="100"/>
          <a:sy n="78" d="100"/>
        </p:scale>
        <p:origin x="77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8D33B-2D91-7314-270B-F9E1721AA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E34FC5-B654-2C46-72A2-97B0318D4E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0CDDE-A637-CA0F-0CE6-06A809CEB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5198-149D-4EAE-A523-F70D75FEEA6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031EA-B0C2-9D2D-94C9-69472954D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AD879-CDE6-255C-422A-307782A92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3706A-50CD-4332-A7F9-DE1C9A8DE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082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1ABA2-E035-AB7A-2381-E08251F85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1BB10-5F93-B63E-5A64-84ED00DB0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60C85-0277-4CAC-848E-5E1C598FA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5198-149D-4EAE-A523-F70D75FEEA6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4E210-B192-68A1-F08B-11752253C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12E36-170B-BBDE-911E-8E404E6E0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3706A-50CD-4332-A7F9-DE1C9A8DE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169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0AAE8-2682-1748-F2F8-56997730D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802603-F06F-2E8F-975C-AD952E2AE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05DE0-0302-99CD-7B8C-5762FB6F6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5198-149D-4EAE-A523-F70D75FEEA6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32992-EB97-83A9-0392-C3EE07C1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ED806-6BA7-7643-AFD4-6EC6F3D23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3706A-50CD-4332-A7F9-DE1C9A8DE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114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22E49-9002-554E-54C8-390A40AF0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55707-F3AD-1485-840E-BF0D3F3FFD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A9596A-630C-F4D3-C12B-41AB406811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5F8B35-E43D-C977-4D73-08474D675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5198-149D-4EAE-A523-F70D75FEEA6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D3DE2-E2E4-0E4F-85E7-1CF31D808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64599A-F905-60DE-0802-61E2E42A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3706A-50CD-4332-A7F9-DE1C9A8DE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616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3A3DD-F4C6-3493-DCE7-F0D082771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3E0726-156E-18CF-B425-67989C09B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D57B90-6790-5792-9E11-D4FF0DB84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D1472-9C01-B965-592A-496F972C4B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A0CF54-3987-20C0-DA71-682459D305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D6CF53-168A-4B84-1DB7-8D9166CCA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5198-149D-4EAE-A523-F70D75FEEA6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0DC4D9-4B3F-C08F-61A5-FAE691807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B99D0E-6141-2979-BEBD-2C76C6539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3706A-50CD-4332-A7F9-DE1C9A8DE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677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CBAD2-0B68-9D27-81D1-DBF3445FB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B7637E-FF7E-4A92-28E0-AAEFA4EF9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5198-149D-4EAE-A523-F70D75FEEA6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A49688-7D82-E62A-EDBC-7AAE67F74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F28B81-AF71-78F6-C9F6-2D282A61A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3706A-50CD-4332-A7F9-DE1C9A8DE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896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44DCB6-F369-F7CA-7639-C6A1AA1C5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5198-149D-4EAE-A523-F70D75FEEA6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119C17-38B2-3030-4EBD-6F2F5014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6DE0A-274C-562F-B5C1-A7204F8B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3706A-50CD-4332-A7F9-DE1C9A8DE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258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0F9AB-9028-F2DE-2F3A-7C8E3699A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61029-D4E6-E5B7-C833-B5DA9CDE2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417D3-2316-A94C-2FC7-69B1B4A158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321806-AD60-E252-E3E7-C474262D3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5198-149D-4EAE-A523-F70D75FEEA6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20C58-6FA9-0F85-16DE-E150CC153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5CE93C-155A-4C7A-87AD-6FA7CB1F2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3706A-50CD-4332-A7F9-DE1C9A8DE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214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97691-9515-E3C3-78AF-FCE53F2B4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9598D8-A098-9AEA-7B40-9333D0C894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D43933-97BE-A9EA-6993-021EE3A444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4C9B8-7048-61B1-27C5-D6385FA04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5198-149D-4EAE-A523-F70D75FEEA6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17599-FCF8-8B3A-C6D8-84F407D8D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FE5D6-0A5B-C1C2-9450-CA82A6BD8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3706A-50CD-4332-A7F9-DE1C9A8DE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01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92964-2116-4E60-B1EA-2A516C721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ACCF58-910C-D7D7-F06F-D04C27B95D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5153F-3243-5571-89AA-0D12CCE2A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5198-149D-4EAE-A523-F70D75FEEA6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C410C-4CFA-6D40-ADF4-7A7EFE459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BE4CC-10D3-F996-4E2A-003E34403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3706A-50CD-4332-A7F9-DE1C9A8DE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094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CF22DD-A15D-5389-B654-760875B1D6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382785-D5A0-315E-DBBF-A7B9BE13C9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B5368-246C-A9ED-542A-0B1C8CA7B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5198-149D-4EAE-A523-F70D75FEEA6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EDBC9-A56E-BB94-4931-015A2D8C4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F9D10-28A5-D85A-042A-085B5C1D4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3706A-50CD-4332-A7F9-DE1C9A8DE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217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5AFA84-5855-140B-D1F2-E1DE4894D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D7796D-6332-A746-EB9A-0B0CA553F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EC7AD-DF4A-3743-909F-7A0F0A474C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D65198-149D-4EAE-A523-F70D75FEEA6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C64C1-C4F3-43EF-33CB-E3B906665E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12C08-614B-1698-2C7B-EFCB86F331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3706A-50CD-4332-A7F9-DE1C9A8DE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697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A93656B-349E-882A-3B56-417BCF30D9E3}"/>
              </a:ext>
            </a:extLst>
          </p:cNvPr>
          <p:cNvSpPr/>
          <p:nvPr/>
        </p:nvSpPr>
        <p:spPr>
          <a:xfrm>
            <a:off x="1852194" y="962392"/>
            <a:ext cx="2670712" cy="573428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17B4C6E-F5F1-B698-C00D-31C6C30AA3D3}"/>
              </a:ext>
            </a:extLst>
          </p:cNvPr>
          <p:cNvSpPr/>
          <p:nvPr/>
        </p:nvSpPr>
        <p:spPr>
          <a:xfrm>
            <a:off x="5019692" y="900021"/>
            <a:ext cx="2702560" cy="573401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999C7AC-AB9C-6CCB-E835-E1AEC1D9EBE6}"/>
              </a:ext>
            </a:extLst>
          </p:cNvPr>
          <p:cNvSpPr/>
          <p:nvPr/>
        </p:nvSpPr>
        <p:spPr>
          <a:xfrm>
            <a:off x="8240587" y="846275"/>
            <a:ext cx="2517433" cy="578776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B7FF9B-739F-4CBC-D24E-D65E3C0A8C2A}"/>
              </a:ext>
            </a:extLst>
          </p:cNvPr>
          <p:cNvSpPr txBox="1"/>
          <p:nvPr/>
        </p:nvSpPr>
        <p:spPr>
          <a:xfrm>
            <a:off x="2365661" y="566459"/>
            <a:ext cx="1244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1999 -2002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D7ED6D-2B1D-008B-2252-ED8CECD6135F}"/>
              </a:ext>
            </a:extLst>
          </p:cNvPr>
          <p:cNvSpPr txBox="1"/>
          <p:nvPr/>
        </p:nvSpPr>
        <p:spPr>
          <a:xfrm>
            <a:off x="5605052" y="570815"/>
            <a:ext cx="1244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2004 -2007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80FED4-A2C3-FC5A-6773-036C0ABD5562}"/>
              </a:ext>
            </a:extLst>
          </p:cNvPr>
          <p:cNvSpPr txBox="1"/>
          <p:nvPr/>
        </p:nvSpPr>
        <p:spPr>
          <a:xfrm>
            <a:off x="8742073" y="482032"/>
            <a:ext cx="1546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2008 -Present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5DE8DBB-FEB3-5E7B-F942-7F3BB39C544E}"/>
              </a:ext>
            </a:extLst>
          </p:cNvPr>
          <p:cNvGrpSpPr/>
          <p:nvPr/>
        </p:nvGrpSpPr>
        <p:grpSpPr>
          <a:xfrm>
            <a:off x="2012966" y="4527741"/>
            <a:ext cx="2203726" cy="2148053"/>
            <a:chOff x="1582435" y="1271984"/>
            <a:chExt cx="1567165" cy="1914838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AB08B69A-922D-054E-9558-ACFD5F75484B}"/>
                </a:ext>
              </a:extLst>
            </p:cNvPr>
            <p:cNvSpPr/>
            <p:nvPr/>
          </p:nvSpPr>
          <p:spPr>
            <a:xfrm>
              <a:off x="1582435" y="1271984"/>
              <a:ext cx="1567165" cy="1877616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C5B0691-77B9-D9B2-3C9F-86964ADDE3FE}"/>
                </a:ext>
              </a:extLst>
            </p:cNvPr>
            <p:cNvSpPr txBox="1"/>
            <p:nvPr/>
          </p:nvSpPr>
          <p:spPr>
            <a:xfrm>
              <a:off x="1716747" y="2663602"/>
              <a:ext cx="1350050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Canada </a:t>
              </a:r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8985915-FB1E-8B23-53D8-EA2FE0224DF0}"/>
              </a:ext>
            </a:extLst>
          </p:cNvPr>
          <p:cNvSpPr/>
          <p:nvPr/>
        </p:nvSpPr>
        <p:spPr>
          <a:xfrm>
            <a:off x="2021071" y="1082978"/>
            <a:ext cx="2161053" cy="4261004"/>
          </a:xfrm>
          <a:prstGeom prst="roundRect">
            <a:avLst/>
          </a:prstGeom>
          <a:noFill/>
          <a:ln w="28575">
            <a:solidFill>
              <a:srgbClr val="0070C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8BDD09-61ED-D361-7B53-3A9AC29233C1}"/>
              </a:ext>
            </a:extLst>
          </p:cNvPr>
          <p:cNvSpPr txBox="1"/>
          <p:nvPr/>
        </p:nvSpPr>
        <p:spPr>
          <a:xfrm>
            <a:off x="2289267" y="1114407"/>
            <a:ext cx="6623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US 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7F939F2-F49F-4A48-A81C-46A1100A132D}"/>
              </a:ext>
            </a:extLst>
          </p:cNvPr>
          <p:cNvGrpSpPr/>
          <p:nvPr/>
        </p:nvGrpSpPr>
        <p:grpSpPr>
          <a:xfrm>
            <a:off x="5241085" y="4439920"/>
            <a:ext cx="2343684" cy="2307668"/>
            <a:chOff x="1582435" y="1271984"/>
            <a:chExt cx="1567165" cy="2024373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FA951125-8275-78B5-BD67-B0C09D586BBF}"/>
                </a:ext>
              </a:extLst>
            </p:cNvPr>
            <p:cNvSpPr/>
            <p:nvPr/>
          </p:nvSpPr>
          <p:spPr>
            <a:xfrm>
              <a:off x="1582435" y="1271984"/>
              <a:ext cx="1567165" cy="1877616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B99B18F-6066-5FF7-FC09-D508862FC995}"/>
                </a:ext>
              </a:extLst>
            </p:cNvPr>
            <p:cNvSpPr txBox="1"/>
            <p:nvPr/>
          </p:nvSpPr>
          <p:spPr>
            <a:xfrm>
              <a:off x="1711269" y="2773137"/>
              <a:ext cx="1350050" cy="523220"/>
            </a:xfrm>
            <a:prstGeom prst="rect">
              <a:avLst/>
            </a:prstGeom>
            <a:noFill/>
            <a:ln>
              <a:noFill/>
              <a:prstDash val="dash"/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Canada 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4B7C8A0-334F-8D3D-929E-021E8B948599}"/>
              </a:ext>
            </a:extLst>
          </p:cNvPr>
          <p:cNvGrpSpPr/>
          <p:nvPr/>
        </p:nvGrpSpPr>
        <p:grpSpPr>
          <a:xfrm>
            <a:off x="8389675" y="4403346"/>
            <a:ext cx="2261279" cy="2232105"/>
            <a:chOff x="1582435" y="1271984"/>
            <a:chExt cx="1567165" cy="1984769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65FE5041-4876-8170-F9C1-4FEB91768058}"/>
                </a:ext>
              </a:extLst>
            </p:cNvPr>
            <p:cNvSpPr/>
            <p:nvPr/>
          </p:nvSpPr>
          <p:spPr>
            <a:xfrm>
              <a:off x="1582435" y="1271984"/>
              <a:ext cx="1567165" cy="1877616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62873D0-A95A-C667-DB0F-B8B573ECC4CE}"/>
                </a:ext>
              </a:extLst>
            </p:cNvPr>
            <p:cNvSpPr txBox="1"/>
            <p:nvPr/>
          </p:nvSpPr>
          <p:spPr>
            <a:xfrm>
              <a:off x="1723516" y="2733533"/>
              <a:ext cx="1350050" cy="523220"/>
            </a:xfrm>
            <a:prstGeom prst="rect">
              <a:avLst/>
            </a:prstGeom>
            <a:noFill/>
            <a:ln>
              <a:noFill/>
              <a:prstDash val="dash"/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Canada 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23BFF64-C701-9F35-EF7E-DCE20D5EC7FE}"/>
              </a:ext>
            </a:extLst>
          </p:cNvPr>
          <p:cNvGrpSpPr/>
          <p:nvPr/>
        </p:nvGrpSpPr>
        <p:grpSpPr>
          <a:xfrm>
            <a:off x="5226757" y="1091848"/>
            <a:ext cx="2372352" cy="3300226"/>
            <a:chOff x="5435491" y="3277576"/>
            <a:chExt cx="1567165" cy="276965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81181AB2-A2BA-EC0A-243B-6B0B927C96FE}"/>
                </a:ext>
              </a:extLst>
            </p:cNvPr>
            <p:cNvSpPr/>
            <p:nvPr/>
          </p:nvSpPr>
          <p:spPr>
            <a:xfrm>
              <a:off x="5435491" y="3277576"/>
              <a:ext cx="1567165" cy="2769656"/>
            </a:xfrm>
            <a:prstGeom prst="roundRect">
              <a:avLst/>
            </a:prstGeom>
            <a:noFill/>
            <a:ln w="28575">
              <a:solidFill>
                <a:srgbClr val="0070C0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2416B91-FE9D-61C6-D61B-F321456BD283}"/>
                </a:ext>
              </a:extLst>
            </p:cNvPr>
            <p:cNvSpPr txBox="1"/>
            <p:nvPr/>
          </p:nvSpPr>
          <p:spPr>
            <a:xfrm>
              <a:off x="5465683" y="3279574"/>
              <a:ext cx="66236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US 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C539A01-A08E-3417-7763-B853EA6B26FA}"/>
              </a:ext>
            </a:extLst>
          </p:cNvPr>
          <p:cNvGrpSpPr/>
          <p:nvPr/>
        </p:nvGrpSpPr>
        <p:grpSpPr>
          <a:xfrm>
            <a:off x="8416844" y="1063704"/>
            <a:ext cx="2197144" cy="3284294"/>
            <a:chOff x="5457140" y="3361710"/>
            <a:chExt cx="1567165" cy="276965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B06A5508-2195-BE78-E75D-6F60F1757A79}"/>
                </a:ext>
              </a:extLst>
            </p:cNvPr>
            <p:cNvSpPr/>
            <p:nvPr/>
          </p:nvSpPr>
          <p:spPr>
            <a:xfrm>
              <a:off x="5457140" y="3361710"/>
              <a:ext cx="1567165" cy="2769656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E20CB52-6484-ED5E-2C62-E2649B69FF5F}"/>
                </a:ext>
              </a:extLst>
            </p:cNvPr>
            <p:cNvSpPr txBox="1"/>
            <p:nvPr/>
          </p:nvSpPr>
          <p:spPr>
            <a:xfrm>
              <a:off x="5578574" y="3416838"/>
              <a:ext cx="637868" cy="465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US </a:t>
              </a:r>
            </a:p>
          </p:txBody>
        </p:sp>
      </p:grp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63A6BFC-E274-638E-0399-50C056778B3D}"/>
              </a:ext>
            </a:extLst>
          </p:cNvPr>
          <p:cNvCxnSpPr>
            <a:cxnSpLocks/>
          </p:cNvCxnSpPr>
          <p:nvPr/>
        </p:nvCxnSpPr>
        <p:spPr>
          <a:xfrm>
            <a:off x="7247313" y="1850439"/>
            <a:ext cx="1388452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2F5D9AA-284B-5C2D-E4DC-05076AFB0FA2}"/>
              </a:ext>
            </a:extLst>
          </p:cNvPr>
          <p:cNvCxnSpPr>
            <a:cxnSpLocks/>
          </p:cNvCxnSpPr>
          <p:nvPr/>
        </p:nvCxnSpPr>
        <p:spPr>
          <a:xfrm>
            <a:off x="3828562" y="1818966"/>
            <a:ext cx="1664394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DBF2338-804F-54D6-4259-32EC0E81A59D}"/>
              </a:ext>
            </a:extLst>
          </p:cNvPr>
          <p:cNvCxnSpPr>
            <a:cxnSpLocks/>
          </p:cNvCxnSpPr>
          <p:nvPr/>
        </p:nvCxnSpPr>
        <p:spPr>
          <a:xfrm>
            <a:off x="3925438" y="2608364"/>
            <a:ext cx="1508317" cy="198206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926A97F7-1BA7-3D64-130B-FA1CC53540E0}"/>
              </a:ext>
            </a:extLst>
          </p:cNvPr>
          <p:cNvSpPr/>
          <p:nvPr/>
        </p:nvSpPr>
        <p:spPr>
          <a:xfrm>
            <a:off x="2242127" y="2162021"/>
            <a:ext cx="1658077" cy="1008997"/>
          </a:xfrm>
          <a:prstGeom prst="roundRect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Middle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6AB7FAED-A695-D164-ACEC-55E77DAE5E93}"/>
              </a:ext>
            </a:extLst>
          </p:cNvPr>
          <p:cNvSpPr/>
          <p:nvPr/>
        </p:nvSpPr>
        <p:spPr>
          <a:xfrm>
            <a:off x="2289267" y="1614237"/>
            <a:ext cx="1556275" cy="389174"/>
          </a:xfrm>
          <a:prstGeom prst="roundRect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Lower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6C852E51-9268-C6F8-FC20-D07DF405639B}"/>
              </a:ext>
            </a:extLst>
          </p:cNvPr>
          <p:cNvSpPr/>
          <p:nvPr/>
        </p:nvSpPr>
        <p:spPr>
          <a:xfrm>
            <a:off x="5468360" y="1505498"/>
            <a:ext cx="1805224" cy="1001870"/>
          </a:xfrm>
          <a:prstGeom prst="roundRect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Lower</a:t>
            </a:r>
          </a:p>
          <a:p>
            <a:pPr algn="ctr"/>
            <a:endParaRPr lang="en-US" sz="1000" dirty="0"/>
          </a:p>
          <a:p>
            <a:pPr algn="ctr"/>
            <a:r>
              <a:rPr lang="en-US" dirty="0"/>
              <a:t>+Upper </a:t>
            </a:r>
            <a:r>
              <a:rPr lang="en-US" dirty="0" err="1"/>
              <a:t>Koykuk+Main</a:t>
            </a:r>
            <a:endParaRPr lang="en-US" dirty="0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07F21AC1-FBC9-3B0E-DE55-EED7FCF8D833}"/>
              </a:ext>
            </a:extLst>
          </p:cNvPr>
          <p:cNvSpPr/>
          <p:nvPr/>
        </p:nvSpPr>
        <p:spPr>
          <a:xfrm>
            <a:off x="8639637" y="2124617"/>
            <a:ext cx="1664394" cy="512860"/>
          </a:xfrm>
          <a:prstGeom prst="round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Upper </a:t>
            </a:r>
            <a:r>
              <a:rPr lang="en-US" dirty="0" err="1"/>
              <a:t>Koyukuk+Main</a:t>
            </a:r>
            <a:endParaRPr lang="en-US" dirty="0"/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891A229F-17F5-F72E-9B40-205E19B459B3}"/>
              </a:ext>
            </a:extLst>
          </p:cNvPr>
          <p:cNvSpPr/>
          <p:nvPr/>
        </p:nvSpPr>
        <p:spPr>
          <a:xfrm>
            <a:off x="5438646" y="2642829"/>
            <a:ext cx="1730571" cy="327482"/>
          </a:xfrm>
          <a:prstGeom prst="round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Tanana Summer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F83737AF-0639-C3E7-9A17-3AC512CB7A44}"/>
              </a:ext>
            </a:extLst>
          </p:cNvPr>
          <p:cNvSpPr/>
          <p:nvPr/>
        </p:nvSpPr>
        <p:spPr>
          <a:xfrm>
            <a:off x="5479213" y="3452579"/>
            <a:ext cx="1295357" cy="338625"/>
          </a:xfrm>
          <a:prstGeom prst="round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Tanana Fall</a:t>
            </a: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789C1B69-502A-CC2F-0290-1B69C94FCBDF}"/>
              </a:ext>
            </a:extLst>
          </p:cNvPr>
          <p:cNvCxnSpPr>
            <a:cxnSpLocks/>
          </p:cNvCxnSpPr>
          <p:nvPr/>
        </p:nvCxnSpPr>
        <p:spPr>
          <a:xfrm flipV="1">
            <a:off x="166464" y="3212947"/>
            <a:ext cx="11785600" cy="88498"/>
          </a:xfrm>
          <a:prstGeom prst="line">
            <a:avLst/>
          </a:prstGeom>
          <a:ln w="508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B2724AC9-E2A3-2726-8E17-3AF4893A482F}"/>
              </a:ext>
            </a:extLst>
          </p:cNvPr>
          <p:cNvSpPr txBox="1"/>
          <p:nvPr/>
        </p:nvSpPr>
        <p:spPr>
          <a:xfrm>
            <a:off x="131009" y="983872"/>
            <a:ext cx="15937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Summer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3244D75-7B12-60F4-94DE-033E87AA87AA}"/>
              </a:ext>
            </a:extLst>
          </p:cNvPr>
          <p:cNvSpPr txBox="1"/>
          <p:nvPr/>
        </p:nvSpPr>
        <p:spPr>
          <a:xfrm>
            <a:off x="604415" y="4681594"/>
            <a:ext cx="8166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Fall</a:t>
            </a: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CEAF3456-E149-3325-BA30-C3377D928448}"/>
              </a:ext>
            </a:extLst>
          </p:cNvPr>
          <p:cNvSpPr/>
          <p:nvPr/>
        </p:nvSpPr>
        <p:spPr>
          <a:xfrm>
            <a:off x="5349794" y="1959682"/>
            <a:ext cx="1957862" cy="1205144"/>
          </a:xfrm>
          <a:prstGeom prst="round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0B9341B-00F6-33E7-12A8-8FEBDF61CD43}"/>
              </a:ext>
            </a:extLst>
          </p:cNvPr>
          <p:cNvSpPr/>
          <p:nvPr/>
        </p:nvSpPr>
        <p:spPr>
          <a:xfrm>
            <a:off x="2351067" y="5799423"/>
            <a:ext cx="1175549" cy="333561"/>
          </a:xfrm>
          <a:prstGeom prst="round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Teslin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4C1C636-4F89-06C1-4E67-CF7ECADE2BD9}"/>
              </a:ext>
            </a:extLst>
          </p:cNvPr>
          <p:cNvSpPr/>
          <p:nvPr/>
        </p:nvSpPr>
        <p:spPr>
          <a:xfrm>
            <a:off x="5508225" y="5874765"/>
            <a:ext cx="1175549" cy="333561"/>
          </a:xfrm>
          <a:prstGeom prst="round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Teslin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ADE7DA0-4A2F-4239-436D-3E18D4B662B8}"/>
              </a:ext>
            </a:extLst>
          </p:cNvPr>
          <p:cNvSpPr/>
          <p:nvPr/>
        </p:nvSpPr>
        <p:spPr>
          <a:xfrm>
            <a:off x="2356418" y="5411403"/>
            <a:ext cx="1175549" cy="316523"/>
          </a:xfrm>
          <a:prstGeom prst="round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White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7D50926-94F8-CA0B-8B57-E73F7D5E66C5}"/>
              </a:ext>
            </a:extLst>
          </p:cNvPr>
          <p:cNvSpPr/>
          <p:nvPr/>
        </p:nvSpPr>
        <p:spPr>
          <a:xfrm>
            <a:off x="2131394" y="3401877"/>
            <a:ext cx="1784603" cy="1001469"/>
          </a:xfrm>
          <a:prstGeom prst="roundRect">
            <a:avLst/>
          </a:prstGeom>
          <a:ln w="28575">
            <a:solidFill>
              <a:srgbClr val="FFC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13C4F5B7-B239-9D45-D50B-6E11A8C6FFDD}"/>
              </a:ext>
            </a:extLst>
          </p:cNvPr>
          <p:cNvSpPr/>
          <p:nvPr/>
        </p:nvSpPr>
        <p:spPr>
          <a:xfrm>
            <a:off x="2255546" y="4652451"/>
            <a:ext cx="1574774" cy="612560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Border US+CA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DDE5F3E5-59A6-DEF1-5B40-91BED8CC0B8D}"/>
              </a:ext>
            </a:extLst>
          </p:cNvPr>
          <p:cNvSpPr/>
          <p:nvPr/>
        </p:nvSpPr>
        <p:spPr>
          <a:xfrm>
            <a:off x="5486378" y="5520017"/>
            <a:ext cx="1175549" cy="316523"/>
          </a:xfrm>
          <a:prstGeom prst="round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White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2D3D554C-AD80-AEA5-AD6B-021D117B4E23}"/>
              </a:ext>
            </a:extLst>
          </p:cNvPr>
          <p:cNvSpPr/>
          <p:nvPr/>
        </p:nvSpPr>
        <p:spPr>
          <a:xfrm>
            <a:off x="5508225" y="4566606"/>
            <a:ext cx="1175549" cy="316523"/>
          </a:xfrm>
          <a:prstGeom prst="round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Porcupine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3B5F37BA-CB0A-865D-4FA3-880B8BD7F93D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3830866" y="4906434"/>
            <a:ext cx="1642510" cy="36156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E44CC388-6C03-2D1C-DA40-259E7E5A82CB}"/>
              </a:ext>
            </a:extLst>
          </p:cNvPr>
          <p:cNvSpPr/>
          <p:nvPr/>
        </p:nvSpPr>
        <p:spPr>
          <a:xfrm>
            <a:off x="5478097" y="3884512"/>
            <a:ext cx="1252349" cy="342477"/>
          </a:xfrm>
          <a:prstGeom prst="round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Border US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91BC7B2-AC2A-E9C5-81A5-DC032E986FE2}"/>
              </a:ext>
            </a:extLst>
          </p:cNvPr>
          <p:cNvCxnSpPr>
            <a:cxnSpLocks/>
            <a:endCxn id="84" idx="1"/>
          </p:cNvCxnSpPr>
          <p:nvPr/>
        </p:nvCxnSpPr>
        <p:spPr>
          <a:xfrm flipV="1">
            <a:off x="3831026" y="4055751"/>
            <a:ext cx="1647071" cy="83191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7A1619F0-4C92-A517-FAC4-A10AEB5A878E}"/>
              </a:ext>
            </a:extLst>
          </p:cNvPr>
          <p:cNvSpPr/>
          <p:nvPr/>
        </p:nvSpPr>
        <p:spPr>
          <a:xfrm>
            <a:off x="8599469" y="5479539"/>
            <a:ext cx="1175549" cy="316523"/>
          </a:xfrm>
          <a:prstGeom prst="round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White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1E07A608-E980-5B8D-57FB-78261FE42F46}"/>
              </a:ext>
            </a:extLst>
          </p:cNvPr>
          <p:cNvSpPr/>
          <p:nvPr/>
        </p:nvSpPr>
        <p:spPr>
          <a:xfrm>
            <a:off x="8628981" y="5799423"/>
            <a:ext cx="1175549" cy="333561"/>
          </a:xfrm>
          <a:prstGeom prst="round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Teslin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081727E2-A230-B997-3AD4-3D96E01BDF1C}"/>
              </a:ext>
            </a:extLst>
          </p:cNvPr>
          <p:cNvSpPr/>
          <p:nvPr/>
        </p:nvSpPr>
        <p:spPr>
          <a:xfrm>
            <a:off x="8663858" y="4527741"/>
            <a:ext cx="1175549" cy="316523"/>
          </a:xfrm>
          <a:prstGeom prst="round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Porcupine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B1D6D6BB-5B67-A452-9967-68E35C0F10BD}"/>
              </a:ext>
            </a:extLst>
          </p:cNvPr>
          <p:cNvSpPr/>
          <p:nvPr/>
        </p:nvSpPr>
        <p:spPr>
          <a:xfrm>
            <a:off x="8714484" y="3793682"/>
            <a:ext cx="1252349" cy="342477"/>
          </a:xfrm>
          <a:prstGeom prst="round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Border US</a:t>
            </a: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5AE7F774-A26D-41C4-E5B6-A83F01EC51A8}"/>
              </a:ext>
            </a:extLst>
          </p:cNvPr>
          <p:cNvSpPr/>
          <p:nvPr/>
        </p:nvSpPr>
        <p:spPr>
          <a:xfrm>
            <a:off x="8714484" y="3325271"/>
            <a:ext cx="1295357" cy="338625"/>
          </a:xfrm>
          <a:prstGeom prst="round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Tanana Fall</a:t>
            </a: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2EE1070C-90EE-4D01-2C6D-8B2C422085C1}"/>
              </a:ext>
            </a:extLst>
          </p:cNvPr>
          <p:cNvSpPr/>
          <p:nvPr/>
        </p:nvSpPr>
        <p:spPr>
          <a:xfrm>
            <a:off x="8635765" y="2701839"/>
            <a:ext cx="1730571" cy="327482"/>
          </a:xfrm>
          <a:prstGeom prst="round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Tanana Summer</a:t>
            </a: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6A6EC170-D286-6F91-A9B4-B03CE7194BEB}"/>
              </a:ext>
            </a:extLst>
          </p:cNvPr>
          <p:cNvSpPr/>
          <p:nvPr/>
        </p:nvSpPr>
        <p:spPr>
          <a:xfrm>
            <a:off x="8635765" y="1593333"/>
            <a:ext cx="1556275" cy="389174"/>
          </a:xfrm>
          <a:prstGeom prst="roundRect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Lower</a:t>
            </a: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E6652B1D-F435-145C-9DF1-ED42D0A435A1}"/>
              </a:ext>
            </a:extLst>
          </p:cNvPr>
          <p:cNvCxnSpPr>
            <a:cxnSpLocks/>
            <a:endCxn id="96" idx="1"/>
          </p:cNvCxnSpPr>
          <p:nvPr/>
        </p:nvCxnSpPr>
        <p:spPr>
          <a:xfrm>
            <a:off x="7251185" y="1899455"/>
            <a:ext cx="1388452" cy="48159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48566416-6791-A1D3-7964-AC542E6A533F}"/>
              </a:ext>
            </a:extLst>
          </p:cNvPr>
          <p:cNvSpPr/>
          <p:nvPr/>
        </p:nvSpPr>
        <p:spPr>
          <a:xfrm>
            <a:off x="8569740" y="2064483"/>
            <a:ext cx="1957862" cy="1111552"/>
          </a:xfrm>
          <a:prstGeom prst="round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4F94497-020D-3044-26B0-081CC2CA7A1E}"/>
              </a:ext>
            </a:extLst>
          </p:cNvPr>
          <p:cNvSpPr/>
          <p:nvPr/>
        </p:nvSpPr>
        <p:spPr>
          <a:xfrm>
            <a:off x="5473376" y="5109736"/>
            <a:ext cx="1573296" cy="316523"/>
          </a:xfrm>
          <a:prstGeom prst="round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Mainstem CA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0CC39F7-4D28-B0BE-DBCE-857EFABBA635}"/>
              </a:ext>
            </a:extLst>
          </p:cNvPr>
          <p:cNvCxnSpPr>
            <a:cxnSpLocks/>
          </p:cNvCxnSpPr>
          <p:nvPr/>
        </p:nvCxnSpPr>
        <p:spPr>
          <a:xfrm flipV="1">
            <a:off x="3949307" y="4668456"/>
            <a:ext cx="1537071" cy="184138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0A2BBBB-28E9-AC0D-59E9-F19A13AF0BA4}"/>
              </a:ext>
            </a:extLst>
          </p:cNvPr>
          <p:cNvSpPr/>
          <p:nvPr/>
        </p:nvSpPr>
        <p:spPr>
          <a:xfrm>
            <a:off x="8575515" y="5106405"/>
            <a:ext cx="1573296" cy="316523"/>
          </a:xfrm>
          <a:prstGeom prst="round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Mainstem CA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6661C67-2E03-9158-E4B4-52CF5A5DB38C}"/>
              </a:ext>
            </a:extLst>
          </p:cNvPr>
          <p:cNvCxnSpPr>
            <a:cxnSpLocks/>
          </p:cNvCxnSpPr>
          <p:nvPr/>
        </p:nvCxnSpPr>
        <p:spPr>
          <a:xfrm flipV="1">
            <a:off x="3876468" y="1794911"/>
            <a:ext cx="1591189" cy="748026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ight Brace 22">
            <a:extLst>
              <a:ext uri="{FF2B5EF4-FFF2-40B4-BE49-F238E27FC236}">
                <a16:creationId xmlns:a16="http://schemas.microsoft.com/office/drawing/2014/main" id="{91BD409D-F7B3-87B6-17BF-8B1ED095260E}"/>
              </a:ext>
            </a:extLst>
          </p:cNvPr>
          <p:cNvSpPr/>
          <p:nvPr/>
        </p:nvSpPr>
        <p:spPr>
          <a:xfrm>
            <a:off x="10796990" y="5145745"/>
            <a:ext cx="305146" cy="1044742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D0D94B-94B1-694B-C6F3-3C8EDBF533DE}"/>
              </a:ext>
            </a:extLst>
          </p:cNvPr>
          <p:cNvSpPr txBox="1"/>
          <p:nvPr/>
        </p:nvSpPr>
        <p:spPr>
          <a:xfrm>
            <a:off x="11102136" y="5479026"/>
            <a:ext cx="1151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Mainstem</a:t>
            </a:r>
          </a:p>
        </p:txBody>
      </p:sp>
      <p:sp>
        <p:nvSpPr>
          <p:cNvPr id="32" name="Right Brace 31">
            <a:extLst>
              <a:ext uri="{FF2B5EF4-FFF2-40B4-BE49-F238E27FC236}">
                <a16:creationId xmlns:a16="http://schemas.microsoft.com/office/drawing/2014/main" id="{ABF0E4D7-64D4-9FBA-D659-619F39D10F5D}"/>
              </a:ext>
            </a:extLst>
          </p:cNvPr>
          <p:cNvSpPr/>
          <p:nvPr/>
        </p:nvSpPr>
        <p:spPr>
          <a:xfrm>
            <a:off x="10775210" y="4371515"/>
            <a:ext cx="326926" cy="506220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EE2B6B-E88B-4147-09CF-EDBD270FB460}"/>
              </a:ext>
            </a:extLst>
          </p:cNvPr>
          <p:cNvSpPr txBox="1"/>
          <p:nvPr/>
        </p:nvSpPr>
        <p:spPr>
          <a:xfrm>
            <a:off x="11089182" y="4434284"/>
            <a:ext cx="1151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Porcupine</a:t>
            </a:r>
          </a:p>
        </p:txBody>
      </p:sp>
      <p:sp>
        <p:nvSpPr>
          <p:cNvPr id="39" name="Right Brace 38">
            <a:extLst>
              <a:ext uri="{FF2B5EF4-FFF2-40B4-BE49-F238E27FC236}">
                <a16:creationId xmlns:a16="http://schemas.microsoft.com/office/drawing/2014/main" id="{F62F63CD-8E74-6A33-EC7A-22D88FB29729}"/>
              </a:ext>
            </a:extLst>
          </p:cNvPr>
          <p:cNvSpPr/>
          <p:nvPr/>
        </p:nvSpPr>
        <p:spPr>
          <a:xfrm>
            <a:off x="10736240" y="3746754"/>
            <a:ext cx="326926" cy="449402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5C70087-B064-1138-7858-542AB76AB08C}"/>
              </a:ext>
            </a:extLst>
          </p:cNvPr>
          <p:cNvSpPr txBox="1"/>
          <p:nvPr/>
        </p:nvSpPr>
        <p:spPr>
          <a:xfrm>
            <a:off x="11102136" y="3626031"/>
            <a:ext cx="886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Upper </a:t>
            </a:r>
          </a:p>
          <a:p>
            <a:r>
              <a:rPr lang="en-US" dirty="0"/>
              <a:t>Yukon</a:t>
            </a:r>
          </a:p>
        </p:txBody>
      </p:sp>
      <p:sp>
        <p:nvSpPr>
          <p:cNvPr id="45" name="Right Brace 44">
            <a:extLst>
              <a:ext uri="{FF2B5EF4-FFF2-40B4-BE49-F238E27FC236}">
                <a16:creationId xmlns:a16="http://schemas.microsoft.com/office/drawing/2014/main" id="{4C45D17F-FDBE-459E-EA9D-FA16235C6EFF}"/>
              </a:ext>
            </a:extLst>
          </p:cNvPr>
          <p:cNvSpPr/>
          <p:nvPr/>
        </p:nvSpPr>
        <p:spPr>
          <a:xfrm flipV="1">
            <a:off x="10760023" y="3310210"/>
            <a:ext cx="273428" cy="372276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14934D-03C0-0D9A-7109-C18B843249F8}"/>
              </a:ext>
            </a:extLst>
          </p:cNvPr>
          <p:cNvSpPr txBox="1"/>
          <p:nvPr/>
        </p:nvSpPr>
        <p:spPr>
          <a:xfrm>
            <a:off x="11052602" y="3319450"/>
            <a:ext cx="1151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Tanana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A5861132-ADD0-1E3E-79C9-1523B0ACF6EE}"/>
              </a:ext>
            </a:extLst>
          </p:cNvPr>
          <p:cNvSpPr/>
          <p:nvPr/>
        </p:nvSpPr>
        <p:spPr>
          <a:xfrm>
            <a:off x="2401348" y="3476319"/>
            <a:ext cx="1232513" cy="370440"/>
          </a:xfrm>
          <a:prstGeom prst="roundRect">
            <a:avLst/>
          </a:prstGeom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Toklat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345E0B88-DC0A-C635-ECED-DB42D2612F84}"/>
              </a:ext>
            </a:extLst>
          </p:cNvPr>
          <p:cNvSpPr/>
          <p:nvPr/>
        </p:nvSpPr>
        <p:spPr>
          <a:xfrm>
            <a:off x="2284737" y="3930643"/>
            <a:ext cx="1565334" cy="370440"/>
          </a:xfrm>
          <a:prstGeom prst="roundRect">
            <a:avLst/>
          </a:prstGeom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Upper Tanana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B06A44D9-58DE-B8AE-0350-787EE4AA444E}"/>
              </a:ext>
            </a:extLst>
          </p:cNvPr>
          <p:cNvCxnSpPr>
            <a:cxnSpLocks/>
          </p:cNvCxnSpPr>
          <p:nvPr/>
        </p:nvCxnSpPr>
        <p:spPr>
          <a:xfrm>
            <a:off x="3702546" y="3667760"/>
            <a:ext cx="1743242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E552CEF-004E-7E4C-F315-2525293A890A}"/>
              </a:ext>
            </a:extLst>
          </p:cNvPr>
          <p:cNvCxnSpPr>
            <a:cxnSpLocks/>
          </p:cNvCxnSpPr>
          <p:nvPr/>
        </p:nvCxnSpPr>
        <p:spPr>
          <a:xfrm flipV="1">
            <a:off x="3845542" y="3682486"/>
            <a:ext cx="1588213" cy="38946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9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66</Words>
  <Application>Microsoft Office PowerPoint</Application>
  <PresentationFormat>Widescreen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State of Alaska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Hamazaki, Hamachan (DFG)</dc:creator>
  <cp:lastModifiedBy>Hamazaki, Hamachan (DFG)</cp:lastModifiedBy>
  <cp:revision>7</cp:revision>
  <dcterms:created xsi:type="dcterms:W3CDTF">2023-10-25T00:01:25Z</dcterms:created>
  <dcterms:modified xsi:type="dcterms:W3CDTF">2026-10-30T17:00:06Z</dcterms:modified>
</cp:coreProperties>
</file>